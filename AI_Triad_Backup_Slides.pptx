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AIF? (Argumentation Interchange Format)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698480" cy="1188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AIF is an international standard (developed at the University of Dundee) for representing arguments as structured data.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It provides a formal ontology for encoding claims, premises, inferences, and attacks — making arguments machine-readable and comparable across documents, authors, and viewpoints. Think of it as a graph schema for reasoning.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Why It Matters for AI Triad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5029200" cy="91440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73152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47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Machine-comparable arguments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221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Without AIF, summaries are free text. With AIF, every claim has typed relationships to other claims — we can algorithmically detect conflicts, not just keyword-match.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526279"/>
            <a:ext cx="5029200" cy="91440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526279"/>
            <a:ext cx="73152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9943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Attack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73751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AIF distinguishes rebuttals ("your conclusion is wrong"), undercuts ("your reasoning is flawed"), and undermines ("your evidence is weak"). This tells a policymaker what kind of disagreement they're looking 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577840"/>
            <a:ext cx="5029200" cy="914400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577840"/>
            <a:ext cx="73152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6509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Cross-document linking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92531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alibri"/>
              </a:defRPr>
            </a:pPr>
            <a:r>
              <a:t>Claims from different documents can be linked into a single argument graph. A Safetyist claim and an Accelerationist counter-claim become nodes in the same structure — visible, navigable, auditable.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FE0"/>
                </a:solidFill>
                <a:latin typeface="Calibri"/>
              </a:defRPr>
            </a:pPr>
            <a:r>
              <a:t>AI Triad's 7 AIF-Aligned Edge Types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474720"/>
            <a:ext cx="5029200" cy="384048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474720"/>
            <a:ext cx="73152" cy="38404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5112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SUPPORTS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5112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Claim A provides evidence for Claim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913631"/>
            <a:ext cx="5029200" cy="384048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913631"/>
            <a:ext cx="73152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95020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CONTRADICTS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9502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Claim A directly negates Claim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352544"/>
            <a:ext cx="5029200" cy="384048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352544"/>
            <a:ext cx="73152" cy="384048"/>
          </a:xfrm>
          <a:prstGeom prst="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DD"/>
                </a:solidFill>
                <a:latin typeface="Calibri"/>
              </a:defRPr>
            </a:pPr>
            <a:r>
              <a:t>ASSUMES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Claim A depends on unstated Claim 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791456"/>
            <a:ext cx="5029200" cy="384048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791456"/>
            <a:ext cx="73152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828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  <a:latin typeface="Calibri"/>
              </a:defRPr>
            </a:pPr>
            <a:r>
              <a:t>WEAKENS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828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Claim A reduces confidence in Claim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230368"/>
            <a:ext cx="5029200" cy="384048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5230368"/>
            <a:ext cx="73152" cy="384048"/>
          </a:xfrm>
          <a:prstGeom prst="rect">
            <a:avLst/>
          </a:prstGeom>
          <a:solidFill>
            <a:srgbClr val="4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2669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FE0"/>
                </a:solidFill>
                <a:latin typeface="Calibri"/>
              </a:defRPr>
            </a:pPr>
            <a:r>
              <a:t>RESPONDS_TO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2669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Claim A is a direct reply to Claim 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669279"/>
            <a:ext cx="5029200" cy="384048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669279"/>
            <a:ext cx="73152" cy="3840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70585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Calibri"/>
              </a:defRPr>
            </a:pPr>
            <a:r>
              <a:t>TENSION_WITH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70585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Claims A and B are in unresolved friction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6108192"/>
            <a:ext cx="5029200" cy="384048"/>
          </a:xfrm>
          <a:prstGeom prst="rect">
            <a:avLst/>
          </a:prstGeom>
          <a:solidFill>
            <a:srgbClr val="1F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6108192"/>
            <a:ext cx="73152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6144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Calibri"/>
              </a:defRPr>
            </a:pPr>
            <a:r>
              <a:t>INTERPRETS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Calibri"/>
              </a:defRPr>
            </a:pPr>
            <a:r>
              <a:t>Claim A reframes the meaning of Claim 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BB"/>
                </a:solidFill>
                <a:latin typeface="Calibri"/>
              </a:defRPr>
            </a:pPr>
            <a:r>
              <a:t>Reference: Chesnevar et al., "Towards an Argument Interchange Format," The Knowledge Engineering Review (2006)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